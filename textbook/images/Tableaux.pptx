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sldIdLst>
    <p:sldId id="257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8640"/>
    <p:restoredTop sz="86369"/>
  </p:normalViewPr>
  <p:slideViewPr>
    <p:cSldViewPr snapToGrid="0">
      <p:cViewPr>
        <p:scale>
          <a:sx n="97" d="100"/>
          <a:sy n="97" d="100"/>
        </p:scale>
        <p:origin x="320" y="61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B79CE8-26EC-1543-963A-AB4B9BE357F5}" type="datetimeFigureOut">
              <a:rPr lang="en-US" smtClean="0"/>
              <a:t>2/19/25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5F4E8F-2E6C-2549-B878-F289135ADE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262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00148-0491-4C97-F76E-9D823B8B1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C2F821-4AC9-39D5-980A-5CA0079F99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76B470-9D87-A73C-9399-D88ACD637C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46A6D5-A69F-3054-8431-8A30C7D1F5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5F4E8F-2E6C-2549-B878-F289135ADE6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7180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7A17A-5F94-2B4E-8EB4-C520DA280E1C}" type="datetimeFigureOut">
              <a:rPr lang="en-US" smtClean="0"/>
              <a:t>2/19/25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FAAB9-F06C-EC44-91FD-82822B5A5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374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7A17A-5F94-2B4E-8EB4-C520DA280E1C}" type="datetimeFigureOut">
              <a:rPr lang="en-US" smtClean="0"/>
              <a:t>2/19/25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FAAB9-F06C-EC44-91FD-82822B5A5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322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7A17A-5F94-2B4E-8EB4-C520DA280E1C}" type="datetimeFigureOut">
              <a:rPr lang="en-US" smtClean="0"/>
              <a:t>2/19/25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FAAB9-F06C-EC44-91FD-82822B5A5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113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7A17A-5F94-2B4E-8EB4-C520DA280E1C}" type="datetimeFigureOut">
              <a:rPr lang="en-US" smtClean="0"/>
              <a:t>2/19/25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FAAB9-F06C-EC44-91FD-82822B5A5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608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7A17A-5F94-2B4E-8EB4-C520DA280E1C}" type="datetimeFigureOut">
              <a:rPr lang="en-US" smtClean="0"/>
              <a:t>2/19/25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FAAB9-F06C-EC44-91FD-82822B5A5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393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7A17A-5F94-2B4E-8EB4-C520DA280E1C}" type="datetimeFigureOut">
              <a:rPr lang="en-US" smtClean="0"/>
              <a:t>2/19/25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FAAB9-F06C-EC44-91FD-82822B5A5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359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7A17A-5F94-2B4E-8EB4-C520DA280E1C}" type="datetimeFigureOut">
              <a:rPr lang="en-US" smtClean="0"/>
              <a:t>2/19/25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FAAB9-F06C-EC44-91FD-82822B5A5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566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7A17A-5F94-2B4E-8EB4-C520DA280E1C}" type="datetimeFigureOut">
              <a:rPr lang="en-US" smtClean="0"/>
              <a:t>2/19/25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FAAB9-F06C-EC44-91FD-82822B5A5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437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7A17A-5F94-2B4E-8EB4-C520DA280E1C}" type="datetimeFigureOut">
              <a:rPr lang="en-US" smtClean="0"/>
              <a:t>2/19/25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FAAB9-F06C-EC44-91FD-82822B5A5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867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7A17A-5F94-2B4E-8EB4-C520DA280E1C}" type="datetimeFigureOut">
              <a:rPr lang="en-US" smtClean="0"/>
              <a:t>2/19/25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FAAB9-F06C-EC44-91FD-82822B5A5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443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7A17A-5F94-2B4E-8EB4-C520DA280E1C}" type="datetimeFigureOut">
              <a:rPr lang="en-US" smtClean="0"/>
              <a:t>2/19/25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FAAB9-F06C-EC44-91FD-82822B5A5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969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77A17A-5F94-2B4E-8EB4-C520DA280E1C}" type="datetimeFigureOut">
              <a:rPr lang="en-US" smtClean="0"/>
              <a:t>2/19/25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5FAAB9-F06C-EC44-91FD-82822B5A5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594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1D720-5A81-6379-07EA-8760E4615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50951A1-404F-CB5D-377D-A2FBB53784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8267536"/>
              </p:ext>
            </p:extLst>
          </p:nvPr>
        </p:nvGraphicFramePr>
        <p:xfrm>
          <a:off x="2146853" y="849791"/>
          <a:ext cx="6096000" cy="1127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3566224287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68376308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44354359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541631633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Input: /</a:t>
                      </a:r>
                      <a:r>
                        <a:rPr lang="en-US" sz="1400" dirty="0" err="1"/>
                        <a:t>ti</a:t>
                      </a:r>
                      <a:r>
                        <a:rPr lang="en-US" sz="1400" dirty="0"/>
                        <a:t>/</a:t>
                      </a:r>
                    </a:p>
                  </a:txBody>
                  <a:tcPr marL="68580" marR="68580" marT="34290" marB="3429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cap="small" baseline="0" dirty="0"/>
                        <a:t>Max-IO</a:t>
                      </a:r>
                    </a:p>
                  </a:txBody>
                  <a:tcPr marL="68580" marR="68580" marT="34290" marB="3429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cap="small" baseline="0" dirty="0"/>
                        <a:t>Ident[±</a:t>
                      </a:r>
                      <a:r>
                        <a:rPr lang="en-US" sz="1400" cap="small" baseline="0" dirty="0" err="1"/>
                        <a:t>cont</a:t>
                      </a:r>
                      <a:r>
                        <a:rPr lang="en-US" sz="1400" cap="small" baseline="0" dirty="0"/>
                        <a:t>]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cap="small" baseline="0" dirty="0"/>
                        <a:t>*</a:t>
                      </a:r>
                      <a:r>
                        <a:rPr lang="en-US" sz="1400" cap="small" baseline="0" dirty="0" err="1"/>
                        <a:t>Fric</a:t>
                      </a:r>
                      <a:endParaRPr lang="en-US" sz="1400" cap="small" baseline="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476610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indent="0">
                        <a:tabLst>
                          <a:tab pos="531813" algn="l"/>
                        </a:tabLst>
                      </a:pPr>
                      <a:r>
                        <a:rPr lang="en-US" sz="1400" dirty="0"/>
                        <a:t>☞	a. </a:t>
                      </a:r>
                      <a:r>
                        <a:rPr lang="en-US" sz="1400" dirty="0" err="1"/>
                        <a:t>ti</a:t>
                      </a:r>
                      <a:endParaRPr lang="en-US" sz="1400" dirty="0"/>
                    </a:p>
                  </a:txBody>
                  <a:tcPr marL="68580" marR="68580" marT="34290" marB="3429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8580" marR="68580" marT="34290" marB="3429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60561411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indent="0">
                        <a:tabLst>
                          <a:tab pos="531813" algn="l"/>
                        </a:tabLst>
                      </a:pPr>
                      <a:r>
                        <a:rPr lang="en-US" sz="1400" dirty="0"/>
                        <a:t>	b. </a:t>
                      </a:r>
                      <a:r>
                        <a:rPr lang="en-US" sz="1400" dirty="0" err="1"/>
                        <a:t>i</a:t>
                      </a:r>
                      <a:endParaRPr lang="en-US" sz="1400" dirty="0"/>
                    </a:p>
                  </a:txBody>
                  <a:tcPr marL="68580" marR="68580" marT="34290" marB="3429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*!</a:t>
                      </a:r>
                    </a:p>
                  </a:txBody>
                  <a:tcPr marL="68580" marR="68580" marT="34290" marB="3429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66442850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539750" indent="-539750">
                        <a:tabLst/>
                      </a:pPr>
                      <a:r>
                        <a:rPr lang="en-US" sz="1400" dirty="0"/>
                        <a:t>	c. </a:t>
                      </a:r>
                      <a:r>
                        <a:rPr lang="en-US" sz="1400" dirty="0" err="1"/>
                        <a:t>si</a:t>
                      </a:r>
                      <a:endParaRPr lang="en-US" sz="1400" dirty="0"/>
                    </a:p>
                  </a:txBody>
                  <a:tcPr marL="68580" marR="68580" marT="34290" marB="3429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8580" marR="68580" marT="34290" marB="3429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*!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889074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4F43F60-1658-C09C-0EB7-4C1D210154DD}"/>
              </a:ext>
            </a:extLst>
          </p:cNvPr>
          <p:cNvSpPr txBox="1"/>
          <p:nvPr/>
        </p:nvSpPr>
        <p:spPr>
          <a:xfrm>
            <a:off x="1457326" y="398815"/>
            <a:ext cx="17407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Constraint ranking  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00C5DE-6CAF-9DA7-570A-F8BD10E79F5E}"/>
              </a:ext>
            </a:extLst>
          </p:cNvPr>
          <p:cNvSpPr txBox="1"/>
          <p:nvPr/>
        </p:nvSpPr>
        <p:spPr>
          <a:xfrm>
            <a:off x="1457326" y="3601528"/>
            <a:ext cx="16927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Constraint ranking B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BB3CBC2-2535-9548-8CC0-60E2ADC9BB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693687"/>
              </p:ext>
            </p:extLst>
          </p:nvPr>
        </p:nvGraphicFramePr>
        <p:xfrm>
          <a:off x="2146853" y="2168382"/>
          <a:ext cx="6096000" cy="1127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3566224287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68376308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44354359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541631633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Input: /</a:t>
                      </a:r>
                      <a:r>
                        <a:rPr lang="en-US" sz="1400" dirty="0" err="1"/>
                        <a:t>si</a:t>
                      </a:r>
                      <a:r>
                        <a:rPr lang="en-US" sz="1400" dirty="0"/>
                        <a:t>/</a:t>
                      </a:r>
                    </a:p>
                  </a:txBody>
                  <a:tcPr marL="68580" marR="68580" marT="34290" marB="3429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cap="small" baseline="0" dirty="0"/>
                        <a:t>Max-IO</a:t>
                      </a:r>
                    </a:p>
                  </a:txBody>
                  <a:tcPr marL="68580" marR="68580" marT="34290" marB="3429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cap="small" baseline="0" dirty="0"/>
                        <a:t>Ident[±</a:t>
                      </a:r>
                      <a:r>
                        <a:rPr lang="en-US" sz="1400" cap="small" baseline="0" dirty="0" err="1"/>
                        <a:t>cont</a:t>
                      </a:r>
                      <a:r>
                        <a:rPr lang="en-US" sz="1400" cap="small" baseline="0" dirty="0"/>
                        <a:t>]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cap="small" baseline="0" dirty="0"/>
                        <a:t>*</a:t>
                      </a:r>
                      <a:r>
                        <a:rPr lang="en-US" sz="1400" cap="small" baseline="0" dirty="0" err="1"/>
                        <a:t>Fric</a:t>
                      </a:r>
                      <a:endParaRPr lang="en-US" sz="1400" cap="small" baseline="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476610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indent="0">
                        <a:tabLst>
                          <a:tab pos="531813" algn="l"/>
                        </a:tabLst>
                      </a:pPr>
                      <a:r>
                        <a:rPr lang="en-US" sz="1400" dirty="0"/>
                        <a:t>	a. </a:t>
                      </a:r>
                      <a:r>
                        <a:rPr lang="en-US" sz="1400" dirty="0" err="1"/>
                        <a:t>ti</a:t>
                      </a:r>
                      <a:endParaRPr lang="en-US" sz="1400" dirty="0"/>
                    </a:p>
                  </a:txBody>
                  <a:tcPr marL="68580" marR="68580" marT="34290" marB="3429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8580" marR="68580" marT="34290" marB="3429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*!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60561411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indent="0">
                        <a:tabLst>
                          <a:tab pos="531813" algn="l"/>
                        </a:tabLst>
                      </a:pPr>
                      <a:r>
                        <a:rPr lang="en-US" sz="1400" dirty="0"/>
                        <a:t>	b. </a:t>
                      </a:r>
                      <a:r>
                        <a:rPr lang="en-US" sz="1400" dirty="0" err="1"/>
                        <a:t>i</a:t>
                      </a:r>
                      <a:endParaRPr lang="en-US" sz="1400" dirty="0"/>
                    </a:p>
                  </a:txBody>
                  <a:tcPr marL="68580" marR="68580" marT="34290" marB="3429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*!</a:t>
                      </a:r>
                    </a:p>
                  </a:txBody>
                  <a:tcPr marL="68580" marR="68580" marT="34290" marB="3429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66442850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539750" indent="-539750">
                        <a:tabLst/>
                      </a:pPr>
                      <a:r>
                        <a:rPr lang="en-US" sz="1400" dirty="0"/>
                        <a:t>☞	c. </a:t>
                      </a:r>
                      <a:r>
                        <a:rPr lang="en-US" sz="1400" dirty="0" err="1"/>
                        <a:t>si</a:t>
                      </a:r>
                      <a:endParaRPr lang="en-US" sz="1400" dirty="0"/>
                    </a:p>
                  </a:txBody>
                  <a:tcPr marL="68580" marR="68580" marT="34290" marB="3429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8580" marR="68580" marT="34290" marB="3429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*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889074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65888BB-C9B5-EB42-2225-F1820EA4AA54}"/>
              </a:ext>
            </a:extLst>
          </p:cNvPr>
          <p:cNvSpPr txBox="1"/>
          <p:nvPr/>
        </p:nvSpPr>
        <p:spPr>
          <a:xfrm>
            <a:off x="1704103" y="848838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(1)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4FCF8A-C1BA-1F5A-50FF-C3C9FD098A6D}"/>
              </a:ext>
            </a:extLst>
          </p:cNvPr>
          <p:cNvSpPr txBox="1"/>
          <p:nvPr/>
        </p:nvSpPr>
        <p:spPr>
          <a:xfrm>
            <a:off x="1704103" y="2149216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(2)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8BE3EA1-BD55-FCE6-F03F-53B628EF60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0531285"/>
              </p:ext>
            </p:extLst>
          </p:nvPr>
        </p:nvGraphicFramePr>
        <p:xfrm>
          <a:off x="2146853" y="4031047"/>
          <a:ext cx="6096000" cy="1127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3566224287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68376308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44354359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541631633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Input: /</a:t>
                      </a:r>
                      <a:r>
                        <a:rPr lang="en-US" sz="1400" dirty="0" err="1"/>
                        <a:t>ti</a:t>
                      </a:r>
                      <a:r>
                        <a:rPr lang="en-US" sz="1400" dirty="0"/>
                        <a:t>/</a:t>
                      </a:r>
                    </a:p>
                  </a:txBody>
                  <a:tcPr marL="68580" marR="68580" marT="34290" marB="3429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cap="small" baseline="0" dirty="0"/>
                        <a:t>*</a:t>
                      </a:r>
                      <a:r>
                        <a:rPr lang="en-US" sz="1400" cap="small" baseline="0" dirty="0" err="1"/>
                        <a:t>Fric</a:t>
                      </a:r>
                      <a:endParaRPr lang="en-US" sz="1400" cap="small" baseline="0" dirty="0"/>
                    </a:p>
                  </a:txBody>
                  <a:tcPr marL="68580" marR="68580" marT="34290" marB="3429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cap="small" baseline="0" dirty="0"/>
                        <a:t>Max-IO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cap="small" baseline="0" dirty="0"/>
                        <a:t>Ident[±</a:t>
                      </a:r>
                      <a:r>
                        <a:rPr lang="en-US" sz="1400" cap="small" baseline="0" dirty="0" err="1"/>
                        <a:t>cont</a:t>
                      </a:r>
                      <a:r>
                        <a:rPr lang="en-US" sz="1400" cap="small" baseline="0" dirty="0"/>
                        <a:t>]</a:t>
                      </a:r>
                    </a:p>
                  </a:txBody>
                  <a:tcPr marL="68580" marR="68580" marT="34290" marB="34290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476610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indent="0">
                        <a:tabLst>
                          <a:tab pos="531813" algn="l"/>
                        </a:tabLst>
                      </a:pPr>
                      <a:r>
                        <a:rPr lang="en-US" sz="1400" dirty="0"/>
                        <a:t>☞	a. </a:t>
                      </a:r>
                      <a:r>
                        <a:rPr lang="en-US" sz="1400" dirty="0" err="1"/>
                        <a:t>ti</a:t>
                      </a:r>
                      <a:endParaRPr lang="en-US" sz="1400" dirty="0"/>
                    </a:p>
                  </a:txBody>
                  <a:tcPr marL="68580" marR="68580" marT="34290" marB="3429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8580" marR="68580" marT="34290" marB="3429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60561411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indent="0">
                        <a:tabLst>
                          <a:tab pos="531813" algn="l"/>
                        </a:tabLst>
                      </a:pPr>
                      <a:r>
                        <a:rPr lang="en-US" sz="1400" dirty="0"/>
                        <a:t>	b. </a:t>
                      </a:r>
                      <a:r>
                        <a:rPr lang="en-US" sz="1400" dirty="0" err="1"/>
                        <a:t>i</a:t>
                      </a:r>
                      <a:endParaRPr lang="en-US" sz="1400" dirty="0"/>
                    </a:p>
                  </a:txBody>
                  <a:tcPr marL="68580" marR="68580" marT="34290" marB="3429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8580" marR="68580" marT="34290" marB="3429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*!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66442850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539750" indent="-539750">
                        <a:tabLst/>
                      </a:pPr>
                      <a:r>
                        <a:rPr lang="en-US" sz="1400" dirty="0"/>
                        <a:t>	c. </a:t>
                      </a:r>
                      <a:r>
                        <a:rPr lang="en-US" sz="1400" dirty="0" err="1"/>
                        <a:t>si</a:t>
                      </a:r>
                      <a:endParaRPr lang="en-US" sz="1400" dirty="0"/>
                    </a:p>
                  </a:txBody>
                  <a:tcPr marL="68580" marR="68580" marT="34290" marB="3429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*!</a:t>
                      </a:r>
                    </a:p>
                  </a:txBody>
                  <a:tcPr marL="68580" marR="68580" marT="34290" marB="3429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8580" marR="68580" marT="34290" marB="34290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8890746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58EE93E8-3B24-1E8A-9986-FC66D0AF9B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5724027"/>
              </p:ext>
            </p:extLst>
          </p:nvPr>
        </p:nvGraphicFramePr>
        <p:xfrm>
          <a:off x="2146853" y="5331425"/>
          <a:ext cx="6096000" cy="1127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3566224287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68376308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44354359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541631633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Input: /</a:t>
                      </a:r>
                      <a:r>
                        <a:rPr lang="en-US" sz="1400" dirty="0" err="1"/>
                        <a:t>si</a:t>
                      </a:r>
                      <a:r>
                        <a:rPr lang="en-US" sz="1400" dirty="0"/>
                        <a:t>/</a:t>
                      </a:r>
                    </a:p>
                  </a:txBody>
                  <a:tcPr marL="68580" marR="68580" marT="34290" marB="3429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cap="small" baseline="0" dirty="0"/>
                        <a:t>*</a:t>
                      </a:r>
                      <a:r>
                        <a:rPr lang="en-US" sz="1400" cap="small" baseline="0" dirty="0" err="1"/>
                        <a:t>Fric</a:t>
                      </a:r>
                      <a:endParaRPr lang="en-US" sz="1400" cap="small" baseline="0" dirty="0"/>
                    </a:p>
                  </a:txBody>
                  <a:tcPr marL="68580" marR="68580" marT="34290" marB="3429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cap="small" baseline="0" dirty="0"/>
                        <a:t>Max-IO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cap="small" baseline="0" dirty="0"/>
                        <a:t>Ident[±</a:t>
                      </a:r>
                      <a:r>
                        <a:rPr lang="en-US" sz="1400" cap="small" baseline="0" dirty="0" err="1"/>
                        <a:t>cont</a:t>
                      </a:r>
                      <a:r>
                        <a:rPr lang="en-US" sz="1400" cap="small" baseline="0" dirty="0"/>
                        <a:t>]</a:t>
                      </a:r>
                    </a:p>
                  </a:txBody>
                  <a:tcPr marL="68580" marR="68580" marT="34290" marB="34290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476610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indent="0">
                        <a:tabLst>
                          <a:tab pos="531813" algn="l"/>
                        </a:tabLst>
                      </a:pPr>
                      <a:r>
                        <a:rPr lang="en-US" sz="1400" dirty="0"/>
                        <a:t>☞	a. </a:t>
                      </a:r>
                      <a:r>
                        <a:rPr lang="en-US" sz="1400" dirty="0" err="1"/>
                        <a:t>ti</a:t>
                      </a:r>
                      <a:endParaRPr lang="en-US" sz="1400" dirty="0"/>
                    </a:p>
                  </a:txBody>
                  <a:tcPr marL="68580" marR="68580" marT="34290" marB="3429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 marL="68580" marR="68580" marT="34290" marB="3429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*</a:t>
                      </a:r>
                    </a:p>
                  </a:txBody>
                  <a:tcPr marL="68580" marR="68580" marT="34290" marB="34290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60561411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indent="0">
                        <a:tabLst>
                          <a:tab pos="531813" algn="l"/>
                        </a:tabLst>
                      </a:pPr>
                      <a:r>
                        <a:rPr lang="en-US" sz="1400" dirty="0"/>
                        <a:t>	b. </a:t>
                      </a:r>
                      <a:r>
                        <a:rPr lang="en-US" sz="1400" dirty="0" err="1"/>
                        <a:t>i</a:t>
                      </a:r>
                      <a:endParaRPr lang="en-US" sz="1400" dirty="0"/>
                    </a:p>
                  </a:txBody>
                  <a:tcPr marL="68580" marR="68580" marT="34290" marB="3429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8580" marR="68580" marT="34290" marB="3429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*!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66442850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539750" indent="-539750">
                        <a:tabLst/>
                      </a:pPr>
                      <a:r>
                        <a:rPr lang="en-US" sz="1400" dirty="0"/>
                        <a:t>	c. </a:t>
                      </a:r>
                      <a:r>
                        <a:rPr lang="en-US" sz="1400" dirty="0" err="1"/>
                        <a:t>si</a:t>
                      </a:r>
                      <a:endParaRPr lang="en-US" sz="1400" dirty="0"/>
                    </a:p>
                  </a:txBody>
                  <a:tcPr marL="68580" marR="68580" marT="34290" marB="3429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*!</a:t>
                      </a:r>
                    </a:p>
                  </a:txBody>
                  <a:tcPr marL="68580" marR="68580" marT="34290" marB="3429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8580" marR="68580" marT="34290" marB="34290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8890746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276B33B2-8EE8-E1E6-D0A2-11BAB343850C}"/>
              </a:ext>
            </a:extLst>
          </p:cNvPr>
          <p:cNvSpPr txBox="1"/>
          <p:nvPr/>
        </p:nvSpPr>
        <p:spPr>
          <a:xfrm>
            <a:off x="1704103" y="3964799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(3)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AA9F79-557A-0C27-A324-0EA5A424FCC7}"/>
              </a:ext>
            </a:extLst>
          </p:cNvPr>
          <p:cNvSpPr txBox="1"/>
          <p:nvPr/>
        </p:nvSpPr>
        <p:spPr>
          <a:xfrm>
            <a:off x="1704103" y="5265177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(4)</a:t>
            </a:r>
          </a:p>
        </p:txBody>
      </p:sp>
    </p:spTree>
    <p:extLst>
      <p:ext uri="{BB962C8B-B14F-4D97-AF65-F5344CB8AC3E}">
        <p14:creationId xmlns:p14="http://schemas.microsoft.com/office/powerpoint/2010/main" val="5025393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203</TotalTime>
  <Words>129</Words>
  <Application>Microsoft Macintosh PowerPoint</Application>
  <PresentationFormat>On-screen Show (4:3)</PresentationFormat>
  <Paragraphs>45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Mitsuhiko Ota</dc:creator>
  <cp:lastModifiedBy>OTA Mitsuhiko</cp:lastModifiedBy>
  <cp:revision>6</cp:revision>
  <dcterms:created xsi:type="dcterms:W3CDTF">2024-04-11T10:30:22Z</dcterms:created>
  <dcterms:modified xsi:type="dcterms:W3CDTF">2025-02-19T15:25:21Z</dcterms:modified>
</cp:coreProperties>
</file>